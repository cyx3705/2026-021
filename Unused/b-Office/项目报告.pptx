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73" r:id="rId8"/>
    <p:sldId id="263" r:id="rId9"/>
    <p:sldId id="264" r:id="rId10"/>
    <p:sldId id="266" r:id="rId11"/>
    <p:sldId id="267" r:id="rId12"/>
    <p:sldId id="268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7BF5"/>
    <a:srgbClr val="0048CE"/>
    <a:srgbClr val="0096B4"/>
    <a:srgbClr val="0A3D62"/>
    <a:srgbClr val="FFF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1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87317-EE7F-1948-FD15-EC0CC9298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F87CB0-2553-E9FC-37CA-246176377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CED1A9-40A6-2448-17DC-C1D7DD4A6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F98C99-D519-81E1-8A7C-0F44CD31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A85B66-76CC-C7E7-C239-F2A802C5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65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B95BC-7D54-8A28-9E11-CDF38E12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A462CC-3B6F-AB31-2DD6-BFC1D3411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39BC1-A9F3-83A5-8B0E-1356ECBBD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B70B96-4FEB-AB39-F869-31887504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184338-A658-8530-EF2A-67ADA30D8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39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03E38-DBE7-357B-CFCB-B87EC5946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0ABCCA-39D3-5697-B6CA-E2D72407D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CD69A0-67E5-7973-9456-8F0E7E6A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7CAF2B-32A0-73B7-0128-EA0A507E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B83589-0D3B-CA0A-944A-459C7B35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77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5361B-90C8-988C-8C67-A1C8C140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7548D9-DE7A-4C49-2427-FF205215A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E71C06-2FAC-CC25-BC78-099A79D6A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72115E-0BE6-D52D-F681-F441AF63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5BB53D-BDCE-FFC6-5B2F-419BF88B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692B7A-49C1-1E9C-3000-8FE1E5DD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7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95815-56E2-3C8C-3584-8F6A82D34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18DE5A-0FCA-2FD9-9ED4-6E05D7CEC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E7EC9A-92A1-EFA7-582F-0CE576CBF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D1D286-EB0F-8CD1-9BBB-60DC4EA1D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DEDD92-E27E-D748-170C-DBD08915FF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BE9DE6-89E7-E0AB-54C8-DB504709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249B42-1047-89C5-EFD1-9D5AAD108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47B4958-5946-70D5-5447-46414A24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5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0BC7B-A631-EB0D-5ECF-8E54CF53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7A92B9-9C7E-217A-0C1E-4E2BFB07F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7A824C-B9AF-A24D-6ACB-2A533ABC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571126-72BC-2F2C-32F5-4550C76B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21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45425E-63F1-8C7B-549D-2501738E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15BD37-743A-3555-D594-4EB395ED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8F4A7F-BBC8-8B36-2188-7AD1DB6C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42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AC974-1F11-FBDF-E924-00EFB060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E1FF8B-5449-16C1-9117-6A9AF3F19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33095F-2F71-A5EF-AA0E-E2E46581D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2D3D2C-C045-58EC-593E-01ED19C3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5534F9-98DA-7FFC-7497-068309D8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28BDC1-A0EA-621D-1E4F-B7AB87832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836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795EE-5CBD-2CA9-5410-1BD98349A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AAC34C-6561-C8CC-1C2F-6675652D18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B6923B-BE4B-0242-704E-A24ED1E39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7A3707-393A-AA57-BE0F-9146B734C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D6A942-7DEA-8CB8-E636-F99A852FE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2972AF-4114-7143-3BB1-BB1799CB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81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E440D-4A08-996F-6F9D-5EAACC1E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A89773-6E70-2454-3694-6E6E94AE7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9AACA9-A3A4-7359-44D3-7B120F46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C84EE-31D0-C11F-77B6-56A5F3D1D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9F289-437F-9D3E-AB4E-715543EF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12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66F4D7-A7D1-62BC-6AD1-86009288B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DF113C-89AD-BBC1-2D33-80571441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4B0C4-B5CD-03FF-EA31-9602995C2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269FB6-3AFE-E1C1-A6D0-38908435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9A872-3A4D-4886-370B-CEB3F6983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58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AC242A-94BD-4A9E-21E0-8F4C0548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124D57-F158-A3F1-64ED-D777AD5BC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01C5B-1A48-0B0D-00BB-ED3B93CC6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A1311-718C-4E8E-8010-28C99C476D3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C69252-B5BF-21FB-31A8-10B7AC59C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3F8026-D52C-69F6-ABDA-B04755E8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848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03B6467-763A-9D02-53E0-49CDED985840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5F1B4B02-AA08-F23A-BC90-8368519466D7}"/>
              </a:ext>
            </a:extLst>
          </p:cNvPr>
          <p:cNvSpPr txBox="1">
            <a:spLocks/>
          </p:cNvSpPr>
          <p:nvPr/>
        </p:nvSpPr>
        <p:spPr>
          <a:xfrm>
            <a:off x="1524000" y="2297336"/>
            <a:ext cx="9144000" cy="1099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effectLst>
                  <a:innerShdw blurRad="114300">
                    <a:prstClr val="black"/>
                  </a:innerShdw>
                </a:effectLst>
                <a:latin typeface="+mn-ea"/>
                <a:ea typeface="+mn-ea"/>
              </a:rPr>
              <a:t>标题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E291F7-7C7C-34E1-755A-DD67448DE9EB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7828951D-D130-BB31-6D00-5E23884CD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制作人 王小明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F712D54D-5998-E98F-5664-1AAA17813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7/6/2026 6:22:11 PM</a:t>
            </a:fld>
            <a:endParaRPr lang="zh-CN" altLang="en-US" sz="1400" b="1" dirty="0">
              <a:solidFill>
                <a:srgbClr val="0096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912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FDFFA-7225-6DC6-8F5A-9EF12E962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355744B-45F1-D3D2-4542-BB06029776E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1B7505-5F3C-36F1-0F81-ED55EC9A81CA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84AC7C2-E82B-3795-B485-7DECE7C37686}"/>
              </a:ext>
            </a:extLst>
          </p:cNvPr>
          <p:cNvSpPr txBox="1">
            <a:spLocks/>
          </p:cNvSpPr>
          <p:nvPr/>
        </p:nvSpPr>
        <p:spPr>
          <a:xfrm>
            <a:off x="1685686" y="760689"/>
            <a:ext cx="3233011" cy="1292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000" b="1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B06544-18DC-8820-7975-217DF2D8B31B}"/>
              </a:ext>
            </a:extLst>
          </p:cNvPr>
          <p:cNvSpPr/>
          <p:nvPr/>
        </p:nvSpPr>
        <p:spPr>
          <a:xfrm>
            <a:off x="1610015" y="2458115"/>
            <a:ext cx="136026" cy="143584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74C6DA-EA88-8B5D-DFAD-3E9BB6239C8E}"/>
              </a:ext>
            </a:extLst>
          </p:cNvPr>
          <p:cNvSpPr/>
          <p:nvPr/>
        </p:nvSpPr>
        <p:spPr>
          <a:xfrm>
            <a:off x="1610015" y="3318693"/>
            <a:ext cx="136026" cy="143584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003B26-6273-B383-1438-0C6725968588}"/>
              </a:ext>
            </a:extLst>
          </p:cNvPr>
          <p:cNvSpPr/>
          <p:nvPr/>
        </p:nvSpPr>
        <p:spPr>
          <a:xfrm>
            <a:off x="1610015" y="4179271"/>
            <a:ext cx="136026" cy="143584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D6A76-CEDC-15CA-F25C-FDDF1BFE9CAF}"/>
              </a:ext>
            </a:extLst>
          </p:cNvPr>
          <p:cNvSpPr/>
          <p:nvPr/>
        </p:nvSpPr>
        <p:spPr>
          <a:xfrm>
            <a:off x="1610015" y="5039849"/>
            <a:ext cx="136026" cy="143584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516E1A-2B28-37F2-0FCF-6439294ED17E}"/>
              </a:ext>
            </a:extLst>
          </p:cNvPr>
          <p:cNvSpPr txBox="1"/>
          <p:nvPr/>
        </p:nvSpPr>
        <p:spPr>
          <a:xfrm>
            <a:off x="2270877" y="3098097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设计创新点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BE3C3F-BA9F-9506-BF48-8E4736934F2F}"/>
              </a:ext>
            </a:extLst>
          </p:cNvPr>
          <p:cNvSpPr txBox="1"/>
          <p:nvPr/>
        </p:nvSpPr>
        <p:spPr>
          <a:xfrm>
            <a:off x="2270875" y="3958675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主要设计难点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00FC14-B131-15EE-46CE-A39525270C23}"/>
              </a:ext>
            </a:extLst>
          </p:cNvPr>
          <p:cNvSpPr txBox="1"/>
          <p:nvPr/>
        </p:nvSpPr>
        <p:spPr>
          <a:xfrm>
            <a:off x="2270876" y="4819253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接下来的规划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6C14CB-3497-B49B-C8D4-E0AFBC6FC128}"/>
              </a:ext>
            </a:extLst>
          </p:cNvPr>
          <p:cNvSpPr txBox="1"/>
          <p:nvPr/>
        </p:nvSpPr>
        <p:spPr>
          <a:xfrm>
            <a:off x="2270877" y="2237519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主要设计安排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2E6669-4FF9-541C-621A-6FAA63B8EA2B}"/>
              </a:ext>
            </a:extLst>
          </p:cNvPr>
          <p:cNvSpPr txBox="1"/>
          <p:nvPr/>
        </p:nvSpPr>
        <p:spPr>
          <a:xfrm>
            <a:off x="2270876" y="5679831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总结与展望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E56AE9-95F8-379E-7FEE-CAFC3EEBB9F3}"/>
              </a:ext>
            </a:extLst>
          </p:cNvPr>
          <p:cNvSpPr/>
          <p:nvPr/>
        </p:nvSpPr>
        <p:spPr>
          <a:xfrm>
            <a:off x="1610015" y="5900427"/>
            <a:ext cx="136026" cy="143584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83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BD646-838B-2071-AE7E-E2EAD94A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BB2B750-3E03-C0C8-67B9-192E4B9BCEAA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414B79-C6DC-2DFE-D9CD-5C62B5D5D4B1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1E3830A-65AA-9A7B-02C0-342521E19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介绍有关部分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的分工与安排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23D3ADBF-4AFC-CCC2-9583-4CB1F2DB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7/6/2026 6:22:11 PM</a:t>
            </a:fld>
            <a:endParaRPr lang="zh-CN" altLang="en-US" sz="1400" b="1" dirty="0">
              <a:solidFill>
                <a:srgbClr val="0096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9D0C88-12C8-B08E-1A88-2C340F798154}"/>
              </a:ext>
            </a:extLst>
          </p:cNvPr>
          <p:cNvSpPr txBox="1"/>
          <p:nvPr/>
        </p:nvSpPr>
        <p:spPr>
          <a:xfrm>
            <a:off x="3045093" y="2058914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主要设计安排</a:t>
            </a:r>
          </a:p>
        </p:txBody>
      </p:sp>
    </p:spTree>
    <p:extLst>
      <p:ext uri="{BB962C8B-B14F-4D97-AF65-F5344CB8AC3E}">
        <p14:creationId xmlns:p14="http://schemas.microsoft.com/office/powerpoint/2010/main" val="2560963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0225D-3F2D-B929-89C3-FA688321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58F66D8-9C85-0B6E-86F2-EF89B0FD9A3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46D18A-D547-88A1-DF73-23FE03A6E744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7BC13CC-BC92-B8A4-C971-AD9CD4444083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主要设计安排</a:t>
            </a:r>
          </a:p>
        </p:txBody>
      </p:sp>
    </p:spTree>
    <p:extLst>
      <p:ext uri="{BB962C8B-B14F-4D97-AF65-F5344CB8AC3E}">
        <p14:creationId xmlns:p14="http://schemas.microsoft.com/office/powerpoint/2010/main" val="1677304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84B31-ED15-B55C-7160-E7212092E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B1A5990-195A-A2F7-78A6-55E997C6D1A7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F80DD2-07CE-CDFF-53A2-5540DC0A964F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3712CC9-C771-4BB3-4D74-C13AF679A243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主要设计安排</a:t>
            </a:r>
          </a:p>
        </p:txBody>
      </p:sp>
    </p:spTree>
    <p:extLst>
      <p:ext uri="{BB962C8B-B14F-4D97-AF65-F5344CB8AC3E}">
        <p14:creationId xmlns:p14="http://schemas.microsoft.com/office/powerpoint/2010/main" val="2415024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36DEF-A8A3-249E-AEAF-B87D4F84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BEB91E4-9B70-1A70-05DC-BCBCE47D42B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9A4F58-3216-0759-EBCB-4066F6EBFCA7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EB27059-DA1E-9A50-2D05-78DFAF4053E9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主要设计安排</a:t>
            </a:r>
          </a:p>
        </p:txBody>
      </p:sp>
    </p:spTree>
    <p:extLst>
      <p:ext uri="{BB962C8B-B14F-4D97-AF65-F5344CB8AC3E}">
        <p14:creationId xmlns:p14="http://schemas.microsoft.com/office/powerpoint/2010/main" val="1580526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C9752-F113-86CD-71A7-F81D1FF79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C086FB3-8F05-DF86-337B-25FD87858D8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03A330-E95A-B200-2A00-69988F326D2A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3AB06F4-C672-FEB9-841D-0E58D7E8CAAA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主要设计安排</a:t>
            </a:r>
          </a:p>
        </p:txBody>
      </p:sp>
    </p:spTree>
    <p:extLst>
      <p:ext uri="{BB962C8B-B14F-4D97-AF65-F5344CB8AC3E}">
        <p14:creationId xmlns:p14="http://schemas.microsoft.com/office/powerpoint/2010/main" val="3088514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2EC7C-6960-7EFD-2B46-25A8837E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BA7EE98-90E2-1FD3-65E1-7902690D96A1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6D4E67-2C1E-AA7E-53DC-639F3FE8E002}"/>
              </a:ext>
            </a:extLst>
          </p:cNvPr>
          <p:cNvSpPr/>
          <p:nvPr/>
        </p:nvSpPr>
        <p:spPr>
          <a:xfrm>
            <a:off x="0" y="4148807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EA7ECD4E-B21F-EB65-5CC5-50F894D9E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介绍几个新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的设计与想法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290565C4-084A-EEF0-FDE0-2EB5E689E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7/6/2026 6:22:11 PM</a:t>
            </a:fld>
            <a:endParaRPr lang="zh-CN" altLang="en-US" sz="1400" b="1" dirty="0">
              <a:solidFill>
                <a:srgbClr val="0096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30A862-A58D-793A-2404-8EE0017FC568}"/>
              </a:ext>
            </a:extLst>
          </p:cNvPr>
          <p:cNvSpPr txBox="1"/>
          <p:nvPr/>
        </p:nvSpPr>
        <p:spPr>
          <a:xfrm>
            <a:off x="3045093" y="2249386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设计创新点</a:t>
            </a:r>
          </a:p>
        </p:txBody>
      </p:sp>
    </p:spTree>
    <p:extLst>
      <p:ext uri="{BB962C8B-B14F-4D97-AF65-F5344CB8AC3E}">
        <p14:creationId xmlns:p14="http://schemas.microsoft.com/office/powerpoint/2010/main" val="3488419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03F8C-C045-90F0-A222-070B3578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C1B2792-69C3-C466-E7EA-417A80EC82BB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41BCEB-F417-F8EE-344B-EB83CCF99B93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A80A810-8913-F220-68A6-39FB751BF7F0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设计创新点</a:t>
            </a:r>
          </a:p>
        </p:txBody>
      </p:sp>
    </p:spTree>
    <p:extLst>
      <p:ext uri="{BB962C8B-B14F-4D97-AF65-F5344CB8AC3E}">
        <p14:creationId xmlns:p14="http://schemas.microsoft.com/office/powerpoint/2010/main" val="367917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E3B45-CCB9-4C47-4066-6CF2606ED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7770353-D84D-1ECA-D72B-2B275BC24BB3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BA7F92-D9CE-8A0C-B511-4C88D3ECEE48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242F033-DCD9-F194-93B4-DC4D33BE030F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设计创新点</a:t>
            </a:r>
          </a:p>
        </p:txBody>
      </p:sp>
    </p:spTree>
    <p:extLst>
      <p:ext uri="{BB962C8B-B14F-4D97-AF65-F5344CB8AC3E}">
        <p14:creationId xmlns:p14="http://schemas.microsoft.com/office/powerpoint/2010/main" val="350244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D2D43-DEE3-B75E-637B-B0F4B7AC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C7F41B-A665-5E04-71D6-3E29222DA6F3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5B362D-720E-5B69-5579-842BC1C1A454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9D74187-D9FF-008C-4D63-99989B54BF30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设计创新点</a:t>
            </a:r>
          </a:p>
        </p:txBody>
      </p:sp>
    </p:spTree>
    <p:extLst>
      <p:ext uri="{BB962C8B-B14F-4D97-AF65-F5344CB8AC3E}">
        <p14:creationId xmlns:p14="http://schemas.microsoft.com/office/powerpoint/2010/main" val="1071050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93E230-D23D-B963-D27F-CE6D0C2B7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288221B-A446-666D-92CB-0F0BF1CDDC89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7A354F-AF57-7422-DDE5-81A1986399EE}"/>
              </a:ext>
            </a:extLst>
          </p:cNvPr>
          <p:cNvSpPr/>
          <p:nvPr/>
        </p:nvSpPr>
        <p:spPr>
          <a:xfrm>
            <a:off x="-50800" y="4148807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D31E354-877F-B5F2-73B4-AA7F720A7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设计遇到的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不确定和难点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78FBE7A-40FE-3C72-D9B7-5F238B238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7/6/2026 6:22:11 PM</a:t>
            </a:fld>
            <a:endParaRPr lang="zh-CN" altLang="en-US" sz="1400" b="1" dirty="0">
              <a:solidFill>
                <a:srgbClr val="0096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87A3EB-05B5-DA0C-754A-2BACB7C60432}"/>
              </a:ext>
            </a:extLst>
          </p:cNvPr>
          <p:cNvSpPr txBox="1"/>
          <p:nvPr/>
        </p:nvSpPr>
        <p:spPr>
          <a:xfrm>
            <a:off x="3045093" y="2249386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主要设计难点</a:t>
            </a:r>
          </a:p>
        </p:txBody>
      </p:sp>
    </p:spTree>
    <p:extLst>
      <p:ext uri="{BB962C8B-B14F-4D97-AF65-F5344CB8AC3E}">
        <p14:creationId xmlns:p14="http://schemas.microsoft.com/office/powerpoint/2010/main" val="3047416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C00F-8887-D131-E19F-062507C39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D838823-4074-60FD-918B-DE20F96E103C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14F729-D65E-9381-2DF8-4FE946E3DAA0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989CFC-3E03-0F59-D0E9-0CAA82EC17A0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主要设计难点</a:t>
            </a:r>
          </a:p>
        </p:txBody>
      </p:sp>
    </p:spTree>
    <p:extLst>
      <p:ext uri="{BB962C8B-B14F-4D97-AF65-F5344CB8AC3E}">
        <p14:creationId xmlns:p14="http://schemas.microsoft.com/office/powerpoint/2010/main" val="3306696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5C2AF-556B-9621-BD57-FBFA6AA2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0D78FB6-091F-2022-9C78-EB7F20D26C08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DB9CEB-AFB3-56FC-C858-B8B43A79F521}"/>
              </a:ext>
            </a:extLst>
          </p:cNvPr>
          <p:cNvSpPr/>
          <p:nvPr/>
        </p:nvSpPr>
        <p:spPr>
          <a:xfrm>
            <a:off x="0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85772F1B-21CC-FF92-08CE-8CD64AD83E53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主要设计难点</a:t>
            </a:r>
          </a:p>
        </p:txBody>
      </p:sp>
    </p:spTree>
    <p:extLst>
      <p:ext uri="{BB962C8B-B14F-4D97-AF65-F5344CB8AC3E}">
        <p14:creationId xmlns:p14="http://schemas.microsoft.com/office/powerpoint/2010/main" val="2300556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4D61C-98BC-1000-D73F-057D4991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B0E8B1B-EAA7-F736-1500-1CA149A1E8DD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8E07A2-384C-ACA1-2AA8-0EFE0C555FBF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0C251A3-3BA2-59F8-0319-81AA282CB128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主要设计难点</a:t>
            </a:r>
          </a:p>
        </p:txBody>
      </p:sp>
    </p:spTree>
    <p:extLst>
      <p:ext uri="{BB962C8B-B14F-4D97-AF65-F5344CB8AC3E}">
        <p14:creationId xmlns:p14="http://schemas.microsoft.com/office/powerpoint/2010/main" val="3393810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B166B-DF22-82F8-A374-B42F4283E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B853696-25E0-648F-25C1-4C1C045C864A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2F2127-8289-3911-873B-B8B458DCDD53}"/>
              </a:ext>
            </a:extLst>
          </p:cNvPr>
          <p:cNvSpPr/>
          <p:nvPr/>
        </p:nvSpPr>
        <p:spPr>
          <a:xfrm>
            <a:off x="0" y="4148807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0674884-996F-82E0-017A-4ECABC69E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接下来需要做部分未达到的遗憾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5A6E5C74-36FF-DC30-7F88-FEE1AE672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7/6/2026 6:22:11 PM</a:t>
            </a:fld>
            <a:endParaRPr lang="zh-CN" altLang="en-US" sz="1400" b="1" dirty="0">
              <a:solidFill>
                <a:srgbClr val="0096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C67AC4-919A-C2E0-F471-E99DB7D5C825}"/>
              </a:ext>
            </a:extLst>
          </p:cNvPr>
          <p:cNvSpPr txBox="1"/>
          <p:nvPr/>
        </p:nvSpPr>
        <p:spPr>
          <a:xfrm>
            <a:off x="3045093" y="2249386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接下来的规划</a:t>
            </a:r>
          </a:p>
        </p:txBody>
      </p:sp>
    </p:spTree>
    <p:extLst>
      <p:ext uri="{BB962C8B-B14F-4D97-AF65-F5344CB8AC3E}">
        <p14:creationId xmlns:p14="http://schemas.microsoft.com/office/powerpoint/2010/main" val="2995445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3B666-6CF1-A393-0663-AD1A9AC88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E621D31-4CB9-B274-8807-DA2D65816D1C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533B91-FB62-3FF3-6962-B25DAA8A4A9F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DF3B1CF-7975-4412-98F0-32FF72F44D38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接下来的规划</a:t>
            </a:r>
          </a:p>
        </p:txBody>
      </p:sp>
    </p:spTree>
    <p:extLst>
      <p:ext uri="{BB962C8B-B14F-4D97-AF65-F5344CB8AC3E}">
        <p14:creationId xmlns:p14="http://schemas.microsoft.com/office/powerpoint/2010/main" val="782037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B1A5F-3FC7-633D-B33F-CF6F83561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90CE197-3686-4B01-5C90-04CEC9212F5F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6CA2C9-4BE2-578F-9DDE-F5950D93ED03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BED06A0-CA3B-ADCD-8694-DA8FD461B51E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接下来的规划</a:t>
            </a:r>
          </a:p>
        </p:txBody>
      </p:sp>
    </p:spTree>
    <p:extLst>
      <p:ext uri="{BB962C8B-B14F-4D97-AF65-F5344CB8AC3E}">
        <p14:creationId xmlns:p14="http://schemas.microsoft.com/office/powerpoint/2010/main" val="1975532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4057B-4949-9E0C-F8BF-AAA443B3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982514C-FE75-458B-0E8C-FA5BD22DD885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3999D6-8ECA-0A7E-5CBB-EC754869089B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A80CDD0-CBF4-00D2-6768-4E8332415377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接下来的规划</a:t>
            </a:r>
          </a:p>
        </p:txBody>
      </p:sp>
    </p:spTree>
    <p:extLst>
      <p:ext uri="{BB962C8B-B14F-4D97-AF65-F5344CB8AC3E}">
        <p14:creationId xmlns:p14="http://schemas.microsoft.com/office/powerpoint/2010/main" val="1211966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B01EE-E148-643D-97C7-397A549AD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A2B449D-C3F2-3DAF-525A-14F8CBC5027A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72CE05-CF5B-D4CB-4665-EB78128FABBF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29C5D16-56F4-F83B-85B4-C6596A765F2C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接下来的规划</a:t>
            </a:r>
          </a:p>
        </p:txBody>
      </p:sp>
    </p:spTree>
    <p:extLst>
      <p:ext uri="{BB962C8B-B14F-4D97-AF65-F5344CB8AC3E}">
        <p14:creationId xmlns:p14="http://schemas.microsoft.com/office/powerpoint/2010/main" val="2176991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FE05B-7645-F94F-C588-20C92F4E6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F484ED5-7D05-E6FB-7077-019C0E601A5D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729F9D-AE1B-2A1B-F0C9-5D7752704456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1521101-0052-C9AE-2B42-EE4744E60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7/6/2026 6:22:11 PM</a:t>
            </a:fld>
            <a:endParaRPr lang="zh-CN" altLang="en-US" sz="1400" b="1" dirty="0">
              <a:solidFill>
                <a:srgbClr val="0096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611506-9CF2-CED6-0673-98E0CC70569D}"/>
              </a:ext>
            </a:extLst>
          </p:cNvPr>
          <p:cNvSpPr txBox="1"/>
          <p:nvPr/>
        </p:nvSpPr>
        <p:spPr>
          <a:xfrm>
            <a:off x="3045093" y="2249386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1155721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FB84F-8C3A-DF2B-5AB3-1A1838206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D6BE0FD-4A42-40D8-5892-C79B4FE45942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87F5B3-B8AC-FF1E-4F10-527D3E858F0B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9962419-950E-2F5C-3A2B-CC4EE1AB3A23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4180348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146</Words>
  <Application>Microsoft Office PowerPoint</Application>
  <PresentationFormat>宽屏</PresentationFormat>
  <Paragraphs>47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c0 ex</dc:creator>
  <cp:lastModifiedBy>煜暄 陈</cp:lastModifiedBy>
  <cp:revision>8</cp:revision>
  <dcterms:created xsi:type="dcterms:W3CDTF">2025-09-25T15:24:44Z</dcterms:created>
  <dcterms:modified xsi:type="dcterms:W3CDTF">2026-07-06T10:22:51Z</dcterms:modified>
</cp:coreProperties>
</file>